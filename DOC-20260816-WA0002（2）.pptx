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2539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fayaz" userId="ee71cf1ae5e9e1c7" providerId="LiveId" clId="{61671A28-1354-46D2-8EF0-BF499D8F7170}"/>
    <pc:docChg chg="undo custSel addSld modSld">
      <pc:chgData name="shaik fayaz" userId="ee71cf1ae5e9e1c7" providerId="LiveId" clId="{61671A28-1354-46D2-8EF0-BF499D8F7170}" dt="2026-08-25T05:54:13.808" v="287" actId="1076"/>
      <pc:docMkLst>
        <pc:docMk/>
      </pc:docMkLst>
      <pc:sldChg chg="addSp delSp modSp mod">
        <pc:chgData name="shaik fayaz" userId="ee71cf1ae5e9e1c7" providerId="LiveId" clId="{61671A28-1354-46D2-8EF0-BF499D8F7170}" dt="2026-08-25T05:54:06.754" v="285" actId="20577"/>
        <pc:sldMkLst>
          <pc:docMk/>
          <pc:sldMk cId="0" sldId="256"/>
        </pc:sldMkLst>
        <pc:spChg chg="mod">
          <ac:chgData name="shaik fayaz" userId="ee71cf1ae5e9e1c7" providerId="LiveId" clId="{61671A28-1354-46D2-8EF0-BF499D8F7170}" dt="2026-08-25T05:54:06.754" v="285" actId="20577"/>
          <ac:spMkLst>
            <pc:docMk/>
            <pc:sldMk cId="0" sldId="256"/>
            <ac:spMk id="2" creationId="{00000000-0000-0000-0000-000000000000}"/>
          </ac:spMkLst>
        </pc:spChg>
        <pc:picChg chg="add del mod">
          <ac:chgData name="shaik fayaz" userId="ee71cf1ae5e9e1c7" providerId="LiveId" clId="{61671A28-1354-46D2-8EF0-BF499D8F7170}" dt="2026-08-25T05:52:31.074" v="23" actId="478"/>
          <ac:picMkLst>
            <pc:docMk/>
            <pc:sldMk cId="0" sldId="256"/>
            <ac:picMk id="4" creationId="{46482F8E-3D17-1B6F-2AD2-97E6AB6743E9}"/>
          </ac:picMkLst>
        </pc:picChg>
      </pc:sldChg>
      <pc:sldChg chg="addSp delSp modSp new mod">
        <pc:chgData name="shaik fayaz" userId="ee71cf1ae5e9e1c7" providerId="LiveId" clId="{61671A28-1354-46D2-8EF0-BF499D8F7170}" dt="2026-08-25T05:54:13.808" v="287" actId="1076"/>
        <pc:sldMkLst>
          <pc:docMk/>
          <pc:sldMk cId="1241917472" sldId="257"/>
        </pc:sldMkLst>
        <pc:spChg chg="add del">
          <ac:chgData name="shaik fayaz" userId="ee71cf1ae5e9e1c7" providerId="LiveId" clId="{61671A28-1354-46D2-8EF0-BF499D8F7170}" dt="2026-08-25T05:51:36.789" v="4" actId="478"/>
          <ac:spMkLst>
            <pc:docMk/>
            <pc:sldMk cId="1241917472" sldId="257"/>
            <ac:spMk id="5" creationId="{B056BAD0-1BFA-2A74-97F4-16569F4A214D}"/>
          </ac:spMkLst>
        </pc:spChg>
        <pc:picChg chg="add mod">
          <ac:chgData name="shaik fayaz" userId="ee71cf1ae5e9e1c7" providerId="LiveId" clId="{61671A28-1354-46D2-8EF0-BF499D8F7170}" dt="2026-08-25T05:54:13.808" v="287" actId="1076"/>
          <ac:picMkLst>
            <pc:docMk/>
            <pc:sldMk cId="1241917472" sldId="257"/>
            <ac:picMk id="2" creationId="{46482F8E-3D17-1B6F-2AD2-97E6AB6743E9}"/>
          </ac:picMkLst>
        </pc:picChg>
        <pc:picChg chg="add del mod">
          <ac:chgData name="shaik fayaz" userId="ee71cf1ae5e9e1c7" providerId="LiveId" clId="{61671A28-1354-46D2-8EF0-BF499D8F7170}" dt="2026-08-25T05:52:18.599" v="22" actId="478"/>
          <ac:picMkLst>
            <pc:docMk/>
            <pc:sldMk cId="1241917472" sldId="257"/>
            <ac:picMk id="3" creationId="{E6DCB4D1-EC23-CCEC-C82A-728ED9982F54}"/>
          </ac:picMkLst>
        </pc:picChg>
        <pc:picChg chg="add del">
          <ac:chgData name="shaik fayaz" userId="ee71cf1ae5e9e1c7" providerId="LiveId" clId="{61671A28-1354-46D2-8EF0-BF499D8F7170}" dt="2026-08-25T05:52:58.844" v="212" actId="22"/>
          <ac:picMkLst>
            <pc:docMk/>
            <pc:sldMk cId="1241917472" sldId="257"/>
            <ac:picMk id="7" creationId="{3648CE0C-E3F2-1147-FE62-CDFDE49505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270" y="2362200"/>
            <a:ext cx="5481320" cy="668147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1286510" marR="0" indent="0" algn="l" hangingPunct="0">
              <a:lnSpc>
                <a:spcPts val="15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1" spc="34" baseline="0" dirty="0">
                <a:solidFill>
                  <a:srgbClr val="365F91"/>
                </a:solidFill>
                <a:latin typeface="Times New Roman"/>
              </a:rPr>
              <a:t>Travel &amp; Tourism Analysis – Phase 1</a:t>
            </a:r>
            <a:endParaRPr lang="en-US" sz="1100" dirty="0"/>
          </a:p>
          <a:p>
            <a:pPr marL="0" marR="0" indent="0" algn="l" hangingPunct="0">
              <a:lnSpc>
                <a:spcPts val="1450"/>
              </a:lnSpc>
              <a:spcBef>
                <a:spcPts val="1280"/>
              </a:spcBef>
              <a:spcAft>
                <a:spcPct val="0"/>
              </a:spcAft>
            </a:pPr>
            <a:r>
              <a:rPr lang="en-US" sz="1300" b="1" spc="17" baseline="0" dirty="0">
                <a:solidFill>
                  <a:srgbClr val="4F81BD"/>
                </a:solidFill>
                <a:latin typeface="Times New Roman"/>
              </a:rPr>
              <a:t>Phase 1: Problem Identification</a:t>
            </a:r>
          </a:p>
          <a:p>
            <a:pPr marL="0" marR="0" indent="0" algn="l" hangingPunct="0">
              <a:lnSpc>
                <a:spcPts val="1450"/>
              </a:lnSpc>
              <a:spcBef>
                <a:spcPts val="1280"/>
              </a:spcBef>
              <a:spcAft>
                <a:spcPct val="0"/>
              </a:spcAft>
            </a:pPr>
            <a:r>
              <a:rPr lang="en-US" sz="1300" b="1" spc="2" baseline="0" dirty="0">
                <a:solidFill>
                  <a:srgbClr val="4F81BD"/>
                </a:solidFill>
                <a:latin typeface="Times New Roman"/>
              </a:rPr>
              <a:t>Travel &amp; Tourism Analysis</a:t>
            </a:r>
          </a:p>
          <a:p>
            <a:pPr marL="0" marR="0" indent="0" algn="l" hangingPunct="0">
              <a:lnSpc>
                <a:spcPts val="1450"/>
              </a:lnSpc>
              <a:spcBef>
                <a:spcPts val="1269"/>
              </a:spcBef>
              <a:spcAft>
                <a:spcPct val="0"/>
              </a:spcAft>
            </a:pPr>
            <a:r>
              <a:rPr lang="en-US" sz="1300" b="1" spc="32" baseline="0" dirty="0">
                <a:solidFill>
                  <a:srgbClr val="4F81BD"/>
                </a:solidFill>
                <a:latin typeface="Times New Roman"/>
              </a:rPr>
              <a:t>1. Problem Statement</a:t>
            </a:r>
          </a:p>
          <a:p>
            <a:pPr marL="0" marR="0" indent="0" algn="l" hangingPunct="0">
              <a:lnSpc>
                <a:spcPts val="12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India attracts a large number of domestic and foreign tourists every year, but tourism data is often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available in large and difficult-to-understand datasets. This makes it difficult for travelers and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tourism authorities to understand which states receive the most visitors, how domestic and foreign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tourists differ, and which destinations may be best suited for different types of travelers.</a:t>
            </a:r>
          </a:p>
          <a:p>
            <a:pPr marL="0" marR="0" indent="0" algn="l" hangingPunct="0">
              <a:lnSpc>
                <a:spcPts val="122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The Travel &amp; Tourism Analysis project aims to analyze tourism data and present it through an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easy-to-understand dashboard. The system will compare Indian domestic tourists and foreign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tourists, identify tourism trends across states, and provide useful destination recommendations to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help travelers make better decisions.</a:t>
            </a:r>
          </a:p>
          <a:p>
            <a:pPr marL="0" marR="0" indent="0" algn="l" hangingPunct="0">
              <a:lnSpc>
                <a:spcPts val="145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1300" b="1" spc="32" baseline="0" dirty="0">
                <a:solidFill>
                  <a:srgbClr val="4F81BD"/>
                </a:solidFill>
                <a:latin typeface="Times New Roman"/>
              </a:rPr>
              <a:t>2. Target Users</a:t>
            </a:r>
          </a:p>
          <a:p>
            <a:pPr marL="0" marR="0" indent="0" algn="l" hangingPunct="0">
              <a:lnSpc>
                <a:spcPts val="12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• Domestic Travelers – To find suitable destinations within India.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• Foreign Tourists – To identify popular and suitable Indian destinations.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• Tourism Authorities – To understand tourism patterns and visitor distribution.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• Travel Agencies – To identify popular destinations and tourist preferences.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• Researchers and Students – To study tourism trends and patterns.</a:t>
            </a:r>
          </a:p>
          <a:p>
            <a:pPr marL="0" marR="0" indent="0" algn="l" hangingPunct="0">
              <a:lnSpc>
                <a:spcPts val="145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1300" b="1" spc="32" baseline="0" dirty="0">
                <a:solidFill>
                  <a:srgbClr val="4F81BD"/>
                </a:solidFill>
                <a:latin typeface="Times New Roman"/>
              </a:rPr>
              <a:t>3. Expected dashboard</a:t>
            </a:r>
          </a:p>
          <a:p>
            <a:pPr marL="0" marR="0" indent="0" algn="l" hangingPunct="0">
              <a:lnSpc>
                <a:spcPts val="145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1300" b="1" spc="32" dirty="0">
                <a:solidFill>
                  <a:srgbClr val="4F81BD"/>
                </a:solidFill>
                <a:latin typeface="Times New Roman"/>
              </a:rPr>
              <a:t>th</a:t>
            </a: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e dashboard will provide interactive visualizations and summaries that help users understand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Indian tourism quickly.</a:t>
            </a:r>
          </a:p>
          <a:p>
            <a:pPr marL="0" marR="0" indent="0" algn="l" hangingPunct="0">
              <a:lnSpc>
                <a:spcPts val="1220"/>
              </a:lnSpc>
              <a:spcBef>
                <a:spcPts val="1230"/>
              </a:spcBef>
              <a:spcAft>
                <a:spcPct val="0"/>
              </a:spcAft>
            </a:pPr>
            <a:endParaRPr lang="en-US" sz="1100" spc="-27" baseline="0" dirty="0">
              <a:solidFill>
                <a:srgbClr val="000000"/>
              </a:solidFill>
              <a:latin typeface="Times New Roman"/>
            </a:endParaRPr>
          </a:p>
          <a:p>
            <a:pPr marL="0" marR="0" indent="0" algn="l" hangingPunct="0">
              <a:lnSpc>
                <a:spcPts val="145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1300" b="1" spc="32" baseline="0" dirty="0">
                <a:solidFill>
                  <a:srgbClr val="4F81BD"/>
                </a:solidFill>
                <a:latin typeface="Times New Roman"/>
              </a:rPr>
              <a:t>4. Expected </a:t>
            </a:r>
            <a:r>
              <a:rPr lang="en-US" sz="1300" b="1" spc="32" baseline="0" dirty="0" err="1">
                <a:solidFill>
                  <a:srgbClr val="4F81BD"/>
                </a:solidFill>
                <a:latin typeface="Times New Roman"/>
              </a:rPr>
              <a:t>Outco</a:t>
            </a:r>
            <a:endParaRPr lang="en-US" sz="1300" b="1" spc="32" baseline="0" dirty="0">
              <a:solidFill>
                <a:srgbClr val="4F81BD"/>
              </a:solidFill>
              <a:latin typeface="Times New Roman"/>
            </a:endParaRPr>
          </a:p>
          <a:p>
            <a:pPr marL="0" marR="0" indent="0" algn="l" hangingPunct="0">
              <a:lnSpc>
                <a:spcPts val="12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The project is expected to transform raw tourism data into meaningful insights. The dashboard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will help users understand how many people travel in India, where domestic and foreign tourists 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travel, tourism trends across states, and which destinations may be suitable for different travelers.</a:t>
            </a:r>
          </a:p>
          <a:p>
            <a:pPr marL="0" marR="0" indent="0" algn="l" hangingPunct="0">
              <a:lnSpc>
                <a:spcPts val="122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The system will provide a simple, data-driven way for travelers and tourism stakeholders to make</a:t>
            </a:r>
          </a:p>
          <a:p>
            <a:pPr marL="0" marR="0" indent="0" algn="l" hangingPunct="0">
              <a:lnSpc>
                <a:spcPts val="122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100" spc="-27" baseline="0" dirty="0">
                <a:solidFill>
                  <a:srgbClr val="000000"/>
                </a:solidFill>
                <a:latin typeface="Times New Roman"/>
              </a:rPr>
              <a:t>better travel and tourism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482F8E-3D17-1B6F-2AD2-97E6AB674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7200"/>
            <a:ext cx="5482590" cy="365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1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288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shaik fayaz</cp:lastModifiedBy>
  <cp:revision>1</cp:revision>
  <dcterms:created xsi:type="dcterms:W3CDTF">2006-08-16T00:00:00Z</dcterms:created>
  <dcterms:modified xsi:type="dcterms:W3CDTF">2026-08-25T05:54:17Z</dcterms:modified>
</cp:coreProperties>
</file>